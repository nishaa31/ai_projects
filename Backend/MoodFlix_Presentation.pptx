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MoodFlix – Text-Based Emotion Movie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Name</a:t>
            </a:r>
          </a:p>
          <a:p>
            <a:r>
              <a:t>Department, College Name</a:t>
            </a:r>
          </a:p>
          <a:p>
            <a:r>
              <a:t>Guide: Guide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MoodFlix recommends movies based on user‑entered mood text.</a:t>
            </a:r>
          </a:p>
          <a:p>
            <a:r>
              <a:t>• User types feelings like happy, sad, bored, stressed.</a:t>
            </a:r>
          </a:p>
          <a:p>
            <a:r>
              <a:t>• System maps mood to movie list.</a:t>
            </a:r>
          </a:p>
          <a:p>
            <a:r>
              <a:t>• Improves personalization.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struggle to choose a movie matching their mood.</a:t>
            </a:r>
          </a:p>
          <a:p>
            <a:r>
              <a:t>• Existing platforms use genre, history, ratings only.</a:t>
            </a:r>
          </a:p>
          <a:p>
            <a:r>
              <a:t>• No consideration of current emotional feeling.</a:t>
            </a:r>
          </a:p>
          <a:p>
            <a:r>
              <a:t>• MoodFlix solves this using emotion keyword matching.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Take mood as text input.</a:t>
            </a:r>
          </a:p>
          <a:p>
            <a:r>
              <a:t>• Categorize mood.</a:t>
            </a:r>
          </a:p>
          <a:p>
            <a:r>
              <a:t>• Recommend movies.</a:t>
            </a:r>
          </a:p>
          <a:p>
            <a:r>
              <a:t>• Create simple and user‑friendly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Useful for OTT users.</a:t>
            </a:r>
          </a:p>
          <a:p>
            <a:r>
              <a:t>• Can extend with API movie lists.</a:t>
            </a:r>
          </a:p>
          <a:p>
            <a:r>
              <a:t>• More mood categories.</a:t>
            </a:r>
          </a:p>
          <a:p>
            <a:r>
              <a:t>• NLP integration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popularity, genre, history.</a:t>
            </a:r>
          </a:p>
          <a:p>
            <a:r>
              <a:t>• Lacks current mood personalization.</a:t>
            </a:r>
          </a:p>
          <a:p>
            <a:r>
              <a:t>• Limited emotional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enters mood text.</a:t>
            </a:r>
          </a:p>
          <a:p>
            <a:r>
              <a:t>• System checks mood keywords.</a:t>
            </a:r>
          </a:p>
          <a:p>
            <a:r>
              <a:t>• Recommends movies from dataset.</a:t>
            </a:r>
          </a:p>
          <a:p>
            <a:r>
              <a:t>• Easy and personalized.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Pandas, basic NLP</a:t>
            </a:r>
          </a:p>
          <a:p>
            <a:r>
              <a:t>• Tkinter / Streamlit / Console</a:t>
            </a:r>
          </a:p>
          <a:p>
            <a:r>
              <a:t>• CSV Dataset</a:t>
            </a:r>
          </a:p>
          <a:p>
            <a:r>
              <a:t>• VS Code / Jupyter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mood</a:t>
            </a:r>
          </a:p>
          <a:p>
            <a:r>
              <a:t>2. Text processed</a:t>
            </a:r>
          </a:p>
          <a:p>
            <a:r>
              <a:t>3. Mood matched</a:t>
            </a:r>
          </a:p>
          <a:p>
            <a:r>
              <a:t>4. Movies fetched</a:t>
            </a:r>
          </a:p>
          <a:p>
            <a:r>
              <a:t>5. Movies displayed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creation</a:t>
            </a:r>
          </a:p>
          <a:p>
            <a:r>
              <a:t>• Text cleaning</a:t>
            </a:r>
          </a:p>
          <a:p>
            <a:r>
              <a:t>• Mood mapping</a:t>
            </a:r>
          </a:p>
          <a:p>
            <a:r>
              <a:t>• UI design</a:t>
            </a:r>
          </a:p>
          <a:p>
            <a:r>
              <a:t>• Testing &amp; debugging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Collected movie dataset</a:t>
            </a:r>
          </a:p>
          <a:p>
            <a:r>
              <a:t>• Implemented mood logic</a:t>
            </a:r>
          </a:p>
          <a:p>
            <a:r>
              <a:t>• Designed UI</a:t>
            </a:r>
          </a:p>
          <a:p>
            <a:r>
              <a:t>• Mapping dictionary</a:t>
            </a:r>
          </a:p>
          <a:p>
            <a:r>
              <a:t>• Testing &amp; improvements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Correct mood‑movie mapping</a:t>
            </a:r>
          </a:p>
          <a:p>
            <a:r>
              <a:t>• Simple interface</a:t>
            </a:r>
          </a:p>
          <a:p>
            <a:r>
              <a:t>• Fast output</a:t>
            </a:r>
          </a:p>
          <a:p>
            <a:r>
              <a:t>• Works for happy/sad/bored/stressed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UI screenshots 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OTT platforms</a:t>
            </a:r>
          </a:p>
          <a:p>
            <a:r>
              <a:t>• Chatbots</a:t>
            </a:r>
          </a:p>
          <a:p>
            <a:r>
              <a:t>• Recommendation apps</a:t>
            </a:r>
          </a:p>
          <a:p>
            <a:r>
              <a:t>• Personal assistants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text‑based mood recommendation tool.</a:t>
            </a:r>
          </a:p>
          <a:p>
            <a:r>
              <a:t>• Improves personalization.</a:t>
            </a:r>
          </a:p>
          <a:p>
            <a:r>
              <a:t>• Future: NLP, APIs, mobile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